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AI Productivity:
Does AI Help or Hurt the Business?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233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CCCCC"/>
                </a:solidFill>
              </a:rPr>
              <a:t>Alexandra Tabarani · Gabriele Loreti · Edoardo Cocciò
Machine Learning 810161 —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Dataset: 3,016 professional service tasks · Agency: Alkemy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CAF50"/>
                </a:solidFill>
              </a:rPr>
              <a:t>The 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Primary question:
  At what level of AI usage does AI assistance start compressing
  profit margins — and what moderating factors explain when AI
  helps versus hurts?
Secondary questions:
  • Does AI reduce SLA breach rates or introduce new delivery risk?
  • Does higher AI usage reduce perceived quality?
  • How does the pricing model mediate the AI–profit relationship?
  • Do seniors extract more or less value from AI than juniors?
  • Do scope changes compound or dampen the AI effect on rework?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CAF50"/>
                </a:solidFill>
              </a:rPr>
              <a:t>Dataset &amp; Data Cleaning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89320" y="1005840"/>
            <a:ext cx="36576" cy="539496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7373"/>
                </a:solidFill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051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7373"/>
                </a:solidFill>
              </a:rPr>
              <a:t>Cleaning → 3,016 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3,248 professional service tasks
from a real agency (Content, Design,
SEO, Media teams)
Key variables:
  ai_usage_pct  · profit
  pricing_model · seniority
  task_type     · client_tier
  hours_spent   · rework_hours
  brief_quality · outcome_score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50876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Removed:
  • 67 rows: rework_hours &gt; hours_spent
  • 11 rows: delivery before creation
  • 45 duplicate task_ids (kept latest)
Kept:
  • 817 negative-profit rows (losses are signal)
  • 505 future-dated scheduled tasks
Normalised:
  • team: 15 variants → 4 teams
  • task_type: 29 variants → 7 types
  • ai_assisted flag dropped in favour of ai_usage_pct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CAF50"/>
                </a:solidFill>
              </a:rPr>
              <a:t>Modelling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Stage 1 — OLS Inference (baseline + interactions)
  Interpretable coefficients with HC3 robust SEs.
  Tests which variables matter and which mechanism drives profit.
Stage 2 — Regularised Models (LASSO + Ridge)
  LASSO: variable-selection cross-check.
  Ridge: stability / collinearity check.
Stage 3 — Random Forest (regression + classification)
  Captures non-linearities (50% phase change, seniority × AI).
  Classification target: is_loss — intercept losses before delivery.
Stage 4 — XGBoost
  Robustness check: RF vs XGB agreement on R² and SHAP drivers.
Stage 5 — SHAP
  Global importance · AI zero-crossing threshold · decision-view table.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777240" cy="777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777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2E"/>
                </a:solidFill>
              </a:rPr>
              <a:t>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</a:rPr>
              <a:t>Profitability Paradox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AI makes the business safer by making it operationally messier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74552" cy="2743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14884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Mean profit per task:
  Low AI  →  €232       High AI  →  €474     (+€242)
Loss rate:
  Low AI  →  31%        High AI  →  19%      (−12pp)
The driver is not faster billing — it is the suppression of
worst-case outcomes. AI creates enough speed margin to absorb
rework without tipping into loss.
The relationship is non-linear:
  Below 50% AI → gains are modest and noisy
  Above 50%    → profit improvement accelerates sharply
The 50% mark is not a milestone. It is a phase change.</a:t>
            </a:r>
          </a:p>
        </p:txBody>
      </p:sp>
      <p:pic>
        <p:nvPicPr>
          <p:cNvPr id="8" name="Picture 7" descr="17_tipping_poi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148840"/>
            <a:ext cx="57607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777240" cy="777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777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2E"/>
                </a:solidFill>
              </a:rPr>
              <a:t>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</a:rPr>
              <a:t>The Rework 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AI saves 2 hours per task — but only if you get past 60%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74552" cy="2743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14884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Net efficiency across the dataset:
  Hours saved:   −2.0 h/task
  Rework added: +0.9 h/task
  Net gain:      +1.1 h/task  (~3,300 h reclaimed at scale)
But the rework profile is non-linear:
  10–50% AI  → AI costs more time than it saves ('incompetence zone')
  Break-even → 60–70% AI usage
  Sweet spot → 60–80% AI (stable, high-volume efficiency gains)
Quality stays flat on average (outcome_score ~69 across all bands).
The tail erodes: 10th percentile drops 11 pts at high AI usage.
At 90–100% band: rework falls while errors spike — 'Safety Net Failure'.</a:t>
            </a:r>
          </a:p>
        </p:txBody>
      </p:sp>
      <p:pic>
        <p:nvPicPr>
          <p:cNvPr id="8" name="Picture 7" descr="11_rework_valu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148840"/>
            <a:ext cx="57607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777240" cy="777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777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2E"/>
                </a:solidFill>
              </a:rPr>
              <a:t>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</a:rPr>
              <a:t>Pricing × Seniority Heatmap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pricing model decides who captures the AI dividend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74552" cy="2743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14884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Mean profit by seniority × pricing model:
  Seniors  + hourly       →  −€77   (worst segment)
  Seniors  + fixed        →  +€329
  Seniors  + value-based  →  +€511
  Juniors  + value-based  →  +€923  (best segment)
On hourly contracts: every hour AI saves is an hour not billed.
The productivity gain transfers to the client, not the agency.
On fixed/value-based: saved hours become pure margin.</a:t>
            </a:r>
          </a:p>
        </p:txBody>
      </p:sp>
      <p:pic>
        <p:nvPicPr>
          <p:cNvPr id="8" name="Picture 7" descr="07_heatmap_seniority_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148840"/>
            <a:ext cx="57607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CAF50"/>
                </a:solidFill>
              </a:rPr>
              <a:t>OLS Inference — Key Coefficients  (R² = 0.116)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89320" y="1005840"/>
            <a:ext cx="36576" cy="539496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7373"/>
                </a:solidFill>
              </a:rPr>
              <a:t>Structural variables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051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7373"/>
                </a:solidFill>
              </a:rPr>
              <a:t>What this means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Variable              Coeff      p
─────────────────────────────────
pricing_hourly        −€254   &lt;0.001
pricing_value_based   +€286   &lt;0.001
ai_usage_pct          +€222    0.015
seniority             −€173   &lt;0.001
task_complexity       +€111   &lt;0.001
client_tier           +€114   &lt;0.001
hours_spent            −€5     0.034
Quality variables (errors, revisions,
rework, outcome_score) → ALL
lose significance once hours_spent
is in the model.
→ AI acts on profit through hours only,
  not through quality.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50876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Same task, same hours, same team —
the pricing model alone creates a
€540 profit spread:
  Hourly       → baseline − €254
  Fixed        → baseline
  Value-based  → baseline + €286
Seniority costs €173/step by default
because senior billing rates compress
margin unless recovered by AI or
premium contract.
Complexity and client tier each add
~€112/step — premium work on premium
clients is the highest-margin quadrant.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CAF50"/>
                </a:solidFill>
              </a:rPr>
              <a:t>Interaction Model — The Causal Mechanism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89320" y="1005840"/>
            <a:ext cx="36576" cy="539496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7373"/>
                </a:solidFill>
              </a:rPr>
              <a:t>AI × Pricing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051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7373"/>
                </a:solidFill>
              </a:rPr>
              <a:t>AI × Seniority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AI × hourly:       −€701   p&lt;0.001
AI × value_based:  +€247   p=0.398
At full AI adoption under hourly
billing, the net effect of AI is:
  +€222 (main) − €701 (interaction)
  = −€479 per task
There is no usage level that makes
hourly safe under AI.
Mechanism tests (non-significant):
  Rework quadratic   p = 0.605
  AI × rework        p = 0.801
→ Quality is not the channel.
  Hours are the channel.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50876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AI × seniority:  +€359/level   p=0.002
At senior level (2 steps above junior):
  Cost drag:    −€173 × 2 = −€346
  AI gain:      +€359 × 2 = +€718
  Net:          +€372 vs junior baseline
Seniors at low AI:   51% loss rate
Seniors at high AI:  €3,935 mean profit
AI is not optional for seniors.
It is the only configuration in which
their cost base is commercially viable.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CAF50"/>
                </a:solidFill>
              </a:rPr>
              <a:t>Random Forest + SHAP — Predictive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89320" y="1005840"/>
            <a:ext cx="36576" cy="539496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7373"/>
                </a:solidFill>
              </a:rPr>
              <a:t>Model metrics (test set, n=553)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051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7373"/>
                </a:solidFill>
              </a:rPr>
              <a:t>SHAP Decision View (6 variables)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Regression (predict profit):
  RF R²  = 0.223   MAE = €375
  XGB R² = 0.208   (top-5 SHAP identical)
Classification (predict is_loss):
  ROC-AUC = 0.754
  Recall  = 0.55   (loss class)
  Precision = 0.43
Flagging 100 'risky' tasks:
  → 43 genuine losses intercepted
  vs 24% base rate without model
LASSO cross-check:
  12 / 25 features zeroed
  All match OLS non-significant vars
  → no spurious OLS significance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50876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Variable             Safe  Risky   Gap
────────────────────────────────────────
pricing_hourly        16%   34%  +18pp
seniority (senior)    21%   33%  +12pp
hours_spent (long)    21%   30%   +9pp
client_tier (high)    28%   18%  −10pp
complexity (high)     29%   21%   −8pp
ai_usage ≥ 30%        28%   19%   −9pp
Risk factors compound upward.
Protective factors compound downward.
No ML infrastructure needed:
a lookup table suffices.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777240" cy="777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777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</a:rPr>
              <a:t>KEY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pricing model is not a backdrop — it is the entire game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74552" cy="2743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14884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OLS baseline (all else equal):
  Hourly vs fixed:       −€254/task
  Value-based vs fixed:  +€286/task
  Total spread:          €540 for identical work
With AI interaction:
  Hourly penalty compounds to −€701/task  (p &lt; 0.001)
  AI alone adds +€222 → net under hourly = −€479/task
EDA damage:
  Hourly loss rate:      34%
  Fixed/VB loss rate:    16%
  Hourly share of tasks: 46%
The highest-risk contract type is also the most prevalent.
Recommendation: Migrate senior-led hourly engagements to fixed
or value-based first. At −€77 vs +€511 mean profit, the swing
is €588/task on the most expensive talent.</a:t>
            </a:r>
          </a:p>
        </p:txBody>
      </p:sp>
      <p:pic>
        <p:nvPicPr>
          <p:cNvPr id="8" name="Picture 7" descr="13_pricing_model_loss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148840"/>
            <a:ext cx="57607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777240" cy="777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777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</a:rPr>
              <a:t>KEY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Senior contributors are only viable in one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74552" cy="2743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14884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Low AI usage:   51% loss rate for seniors
High AI usage:  €3,935 mean profit — best in the entire dataset
OLS mechanism:
  Baseline cost drag:  −€173 per seniority level
  AI interaction gain: +€359 per seniority level  (p=0.002)
  At senior level:     +€718 gain vs −€346 drag → net +€372
SHAP worst-loss signature:
  senior + many hours + low complexity
  + moderate AI + non-value-based contract
  → resource allocation failure, not a bad task
Recommendation: Pre-check every senior assignment against:
  1. AI usage target ≥ 60%
  2. Contract type: fixed or value-based
If either fails, reassign or renegotiate before kickoff.</a:t>
            </a:r>
          </a:p>
        </p:txBody>
      </p:sp>
      <p:pic>
        <p:nvPicPr>
          <p:cNvPr id="8" name="Picture 7" descr="19_seniority_los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148840"/>
            <a:ext cx="57607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777240" cy="777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777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</a:rPr>
              <a:t>KEY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There are two thresholds — they operate through different mechanisms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74552" cy="2743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14884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Threshold 1 — SHAP zero-crossing at 30.6% AI usage:
  Below 30.6%:  avg AI contribution = −€52.5/task
  Above 30.6%:  avg AI contribution = +€51.1/task
  Gap: ~€103/task
  → AI's profit contribution switches sign at this point
Threshold 2 — Efficiency break-even at 60–70%:
  Below 60%: net hours peak at 14.2 h (above manual baseline)
  Above 60%: speed gains finally outpace the rework tax
  → Real ROI in both time and money only above this level
Three zones:
  1–30%:   AI used but costs more than it produces
  30–60%:  AI profit-positive but not yet time-positive
  60%+:    Full ROI — profit and time compound together
Recommendation: Treat AI adoption as binary at workflow level.
Re-architect for 60%+ or leave fully manual. The 10–50% range
is measurably worse than either extreme.</a:t>
            </a:r>
          </a:p>
        </p:txBody>
      </p:sp>
      <p:pic>
        <p:nvPicPr>
          <p:cNvPr id="8" name="Picture 7" descr="02_decile_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148840"/>
            <a:ext cx="57607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CAF50"/>
                </a:solidFill>
              </a:rPr>
              <a:t>Top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228600" cy="8229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57373"/>
                </a:solidFill>
              </a:rPr>
              <a:t>1. Restructure pricing before scaling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27048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Migrate hourly contracts to fixed/value-based. Senior+hourly = −€77 avg.
Value-based senior = +€511. Target: recover €540 structural gap per task migrated.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834640"/>
            <a:ext cx="228600" cy="8229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57373"/>
                </a:solidFill>
              </a:rPr>
              <a:t>2. Establish the 30.6% floor and 60% efficiency target as two distinct goals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64408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Below 30%: AI costs more than it produces. Below 60%: no net hours saved.
Push 70%+ of eligible tasks into the 60–80% band within two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572000"/>
            <a:ext cx="228600" cy="8229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526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57373"/>
                </a:solidFill>
              </a:rPr>
              <a:t>3. Differentiate AI strategy by task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01768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Release: 5.9× profit multiplier — push to 70–80%.
Articles: only category where high AI reduces profit — cap at 25–50%.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217920"/>
            <a:ext cx="11274552" cy="2743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3093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D700"/>
                </a:solidFill>
              </a:rPr>
              <a:t>The technology is doing its job. The business model is the bottleneck.
Restructure the system around AI — instead of bolting AI onto the system that existed before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